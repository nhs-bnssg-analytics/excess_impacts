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52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FDE40-346D-F9C3-5362-139DA56EE9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291CD1-24EB-38E7-2E83-535BFE531F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7ED8C-CCF5-DFD8-5F74-E2D84790F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C9AAD-1D15-4C35-9D1D-D87AC14163D8}" type="datetimeFigureOut">
              <a:rPr lang="en-GB" smtClean="0"/>
              <a:t>07/05/2025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5B18CF-04B3-859B-DCE9-7D6C3CF3D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61CAD-14EF-CEF1-BA17-03A0A97AA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2113E-CC4D-448C-938E-B38A2D5915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4675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B0148-4BDD-6EDD-DE6F-EB93BE442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CD71C-019E-E89A-92D7-69C188ED0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1C268-5287-26F8-3F4A-3EFA6AD9C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C9AAD-1D15-4C35-9D1D-D87AC14163D8}" type="datetimeFigureOut">
              <a:rPr lang="en-GB" smtClean="0"/>
              <a:t>07/05/2025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720D8-F21F-2035-A5AD-67B9A8621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3BFF7-3CC4-E5A7-765E-AB8DF9FB5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2113E-CC4D-448C-938E-B38A2D5915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3364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B2B73-2C95-74D0-79E4-A9585801E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452174-68F4-B5B2-F561-96AE678822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18560D-E1CD-3944-73DF-C02DA9FF7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C9AAD-1D15-4C35-9D1D-D87AC14163D8}" type="datetimeFigureOut">
              <a:rPr lang="en-GB" smtClean="0"/>
              <a:t>07/05/2025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3B8E9-2DB8-9957-CD51-0514D03EA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B45B5-98D0-FB2C-5B42-AA65B983A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2113E-CC4D-448C-938E-B38A2D5915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7386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F4B8B-FE5C-0338-50A8-868D11DA8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9CF6F-72B2-D9C6-B0EE-3DB0D174D2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6DE7AE-0DAD-885C-725F-074BE48C58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055A0B-DAE6-E03B-08A8-9CB01992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C9AAD-1D15-4C35-9D1D-D87AC14163D8}" type="datetimeFigureOut">
              <a:rPr lang="en-GB" smtClean="0"/>
              <a:t>07/05/2025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34CF71-7B38-20BE-A29B-E6769BECD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226947-25A1-5946-713E-056FD98ED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2113E-CC4D-448C-938E-B38A2D5915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6357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08717-3C59-244F-ABEA-6EF4A2620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A7B1AF-4C74-B391-E445-EA2A53788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2703A0-EE57-BC6F-95E6-3325C712F3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7EF28C-065B-879B-0BE0-782706D006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320579-2204-EEC8-80BB-3A9F51F1E2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74B8BE-A717-A369-FA36-E5419ADE2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C9AAD-1D15-4C35-9D1D-D87AC14163D8}" type="datetimeFigureOut">
              <a:rPr lang="en-GB" smtClean="0"/>
              <a:t>07/05/2025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73E75-F666-60E6-FA89-DFE4B4B50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52C03A-4048-E377-75C2-8C8AD97B6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2113E-CC4D-448C-938E-B38A2D5915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5298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30576-6C09-21B4-9387-09FE28FE7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724754-953F-6A35-26D1-ACF4A4820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C9AAD-1D15-4C35-9D1D-D87AC14163D8}" type="datetimeFigureOut">
              <a:rPr lang="en-GB" smtClean="0"/>
              <a:t>07/05/2025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1E705F-7CD4-2C59-860C-440D6FA7F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F95979-548B-D354-F03C-3A0D6F1C6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2113E-CC4D-448C-938E-B38A2D5915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630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65678B-7B09-DF17-B6ED-0D7BEE891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C9AAD-1D15-4C35-9D1D-D87AC14163D8}" type="datetimeFigureOut">
              <a:rPr lang="en-GB" smtClean="0"/>
              <a:t>07/05/2025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BCF98E-7B51-A132-BD12-3289259E0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8DF16-8832-B045-ABC7-A6753ACB5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2113E-CC4D-448C-938E-B38A2D5915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2148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7DBD7-2E1A-91C8-AE49-EC1DCC0D8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66004-F1E0-FE09-E2C9-E9FEFF051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D24082-A59E-1DB5-CF89-FF2FA525DE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C8F7CA-80EA-B13F-BB88-5BE6162D6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C9AAD-1D15-4C35-9D1D-D87AC14163D8}" type="datetimeFigureOut">
              <a:rPr lang="en-GB" smtClean="0"/>
              <a:t>07/05/2025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D0C5DD-AA0C-B4C7-F1AC-7BBFDB050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11F6EB-A8AA-385B-F8AB-E2DF7FBE6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2113E-CC4D-448C-938E-B38A2D5915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5259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20F9B-D62A-5D83-8410-357CDA1E2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723260-745F-942B-C88D-7B68500D26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F6EF1F-B0F8-0CD9-C3AE-3B38985F86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43D116-67B2-76F3-138E-4DF70F09D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C9AAD-1D15-4C35-9D1D-D87AC14163D8}" type="datetimeFigureOut">
              <a:rPr lang="en-GB" smtClean="0"/>
              <a:t>07/05/2025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599AAF-3D3B-D1E5-C874-E5BEB1AD0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A4888C-C983-0DBA-D6D6-71BBE9749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2113E-CC4D-448C-938E-B38A2D5915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6610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2202C-92EA-66B1-05DA-0C084E4D3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80E00F-34C9-3C06-7C7D-D12F358E3F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EE3E2-CF45-C26E-2C6B-74B87CFD8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C9AAD-1D15-4C35-9D1D-D87AC14163D8}" type="datetimeFigureOut">
              <a:rPr lang="en-GB" smtClean="0"/>
              <a:t>07/05/2025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DC5B8-16F3-5CAB-DF2D-463ABCD7F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B32B4-7597-BA4B-87EF-0D48FA584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2113E-CC4D-448C-938E-B38A2D5915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2025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7E02FA-DCEF-5295-E86F-4CCFF2E5A5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2391E0-6EF9-9AEE-514F-F6294C83BB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611E3C-0D6B-6F13-7873-BDD214F92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C9AAD-1D15-4C35-9D1D-D87AC14163D8}" type="datetimeFigureOut">
              <a:rPr lang="en-GB" smtClean="0"/>
              <a:t>07/05/2025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06258-1AFA-AF0E-EB9D-E127B4104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6E8DA1-4F65-A53D-AD0D-BB5C8FD18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2113E-CC4D-448C-938E-B38A2D5915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8976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00A8BA-BECC-1291-D53A-4DAFCFD57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1B1FDB-79D4-F0A4-AEFF-BCCD45158C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A6ED3F-F9FB-3EB3-7CF1-1C0B2F5542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6C9AAD-1D15-4C35-9D1D-D87AC14163D8}" type="datetimeFigureOut">
              <a:rPr lang="en-GB" smtClean="0"/>
              <a:t>07/05/2025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89C047-6FBD-D614-27BB-53FDAE36BA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DE203-406D-C015-0D9F-26989CC894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42113E-CC4D-448C-938E-B38A2D5915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137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99D28CC-9B17-82E0-FE84-B03C46B357AA}"/>
              </a:ext>
            </a:extLst>
          </p:cNvPr>
          <p:cNvSpPr txBox="1"/>
          <p:nvPr/>
        </p:nvSpPr>
        <p:spPr>
          <a:xfrm>
            <a:off x="1005840" y="677487"/>
            <a:ext cx="968017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Intro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Something engaging – give some context around prior-art for delay related harm, talk about the discussions with James – shifting focus to DTA-time/medical patients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Diagram which explains the 2 exposures and 6 OMs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Methods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Data sources/Cohort overview – discuss data cleaning + feature engineering (</a:t>
            </a:r>
            <a:r>
              <a:rPr lang="en-GB" dirty="0" err="1"/>
              <a:t>elixhauser</a:t>
            </a:r>
            <a:r>
              <a:rPr lang="en-GB" dirty="0"/>
              <a:t> etc)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Model standardisation and types (</a:t>
            </a:r>
            <a:r>
              <a:rPr lang="en-GB" dirty="0" err="1"/>
              <a:t>lin</a:t>
            </a:r>
            <a:r>
              <a:rPr lang="en-GB" dirty="0"/>
              <a:t>/log)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Emphasise the “why” (why quantifying impact with modelling is important) – (could mention that this is not a ‘finger-pointing’ exercise, instead trying to build a shared understanding / you can only meaningfully address a problem when you have quantified its impact/harm)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Results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One-slide graph/table of outcomes from the paper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Results (cont.)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Discuss how we have made the results far more digestible, producing the impacts weekly on a dashboard, presented as a what-if style analysis comparing “what actually happened” vs “what would have happened with no delays”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Further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Talk about how the results/dashboard are scalable, using only ECDS data</a:t>
            </a:r>
          </a:p>
        </p:txBody>
      </p:sp>
    </p:spTree>
    <p:extLst>
      <p:ext uri="{BB962C8B-B14F-4D97-AF65-F5344CB8AC3E}">
        <p14:creationId xmlns:p14="http://schemas.microsoft.com/office/powerpoint/2010/main" val="1532723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99D28CC-9B17-82E0-FE84-B03C46B357AA}"/>
              </a:ext>
            </a:extLst>
          </p:cNvPr>
          <p:cNvSpPr txBox="1"/>
          <p:nvPr/>
        </p:nvSpPr>
        <p:spPr>
          <a:xfrm>
            <a:off x="1005840" y="677487"/>
            <a:ext cx="9680171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Intro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Start general – delays cause harm / failure demand reference jones and Rich paper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State objective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Something engaging – give some context around prior-art for delay related harm, talk about the discussions with James – shifting focus to DTA-time/medical patients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Diagram which explains the 2 exposures and 6 OMs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Methods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Data sources/Cohort overview – discuss data cleaning + feature engineering (</a:t>
            </a:r>
            <a:r>
              <a:rPr lang="en-GB" dirty="0" err="1"/>
              <a:t>elixhauser</a:t>
            </a:r>
            <a:r>
              <a:rPr lang="en-GB" dirty="0"/>
              <a:t> etc)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Model standardisation and types (</a:t>
            </a:r>
            <a:r>
              <a:rPr lang="en-GB" dirty="0" err="1"/>
              <a:t>lin</a:t>
            </a:r>
            <a:r>
              <a:rPr lang="en-GB" dirty="0"/>
              <a:t>/log)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Emphasise the “why” (why quantifying impact with modelling is important) – (could mention that this is not a ‘finger-pointing’ exercise, instead trying to build a shared understanding / you can only meaningfully address a problem when you have quantified its impact/harm)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Results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One-slide graph/table of outcomes from the paper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Results (cont.)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Discuss how we have made the results far more digestible, producing the impacts weekly on a dashboard, presented as a what-if style analysis comparing “what actually happened” vs “what would have happened with no delays”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Further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Talk about how the results/dashboard are scalable, using only ECDS data</a:t>
            </a:r>
          </a:p>
        </p:txBody>
      </p:sp>
    </p:spTree>
    <p:extLst>
      <p:ext uri="{BB962C8B-B14F-4D97-AF65-F5344CB8AC3E}">
        <p14:creationId xmlns:p14="http://schemas.microsoft.com/office/powerpoint/2010/main" val="2163636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58657-C3A2-8E37-E3AC-366C7421B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CA31F-D48E-4D71-2BDE-1BDAA1167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dirty="0" err="1"/>
              <a:t>Openning</a:t>
            </a:r>
            <a:r>
              <a:rPr lang="en-GB" sz="2000" dirty="0"/>
              <a:t> / premise: give mission statement</a:t>
            </a:r>
          </a:p>
          <a:p>
            <a:pPr lvl="1"/>
            <a:r>
              <a:rPr lang="en-GB" sz="1800" dirty="0"/>
              <a:t>Why? To quantify delay related harm to help address the issue – provoke change</a:t>
            </a:r>
          </a:p>
          <a:p>
            <a:r>
              <a:rPr lang="en-GB" sz="2200" dirty="0"/>
              <a:t>Part 1, one-off stats (summary of the paper)</a:t>
            </a:r>
          </a:p>
          <a:p>
            <a:r>
              <a:rPr lang="en-GB" sz="2200" dirty="0"/>
              <a:t>Part 2, deployment</a:t>
            </a:r>
            <a:r>
              <a:rPr lang="en-GB" sz="2200"/>
              <a:t>, pipeline/UX</a:t>
            </a:r>
            <a:endParaRPr lang="en-GB" sz="1800" dirty="0"/>
          </a:p>
          <a:p>
            <a:pPr lvl="1"/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2358023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427</Words>
  <Application>Microsoft Office PowerPoint</Application>
  <PresentationFormat>Widescreen</PresentationFormat>
  <Paragraphs>32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HOWLETT, Nick (NHS BRISTOL, NORTH SOMERSET AND SOUTH GLOUCESTERSHIRE ICB - 15C)</dc:creator>
  <cp:lastModifiedBy>HOWLETT, Nick (NHS BRISTOL, NORTH SOMERSET AND SOUTH GLOUCESTERSHIRE ICB - 15C)</cp:lastModifiedBy>
  <cp:revision>1</cp:revision>
  <dcterms:created xsi:type="dcterms:W3CDTF">2025-05-07T09:02:58Z</dcterms:created>
  <dcterms:modified xsi:type="dcterms:W3CDTF">2025-05-07T09:38:35Z</dcterms:modified>
</cp:coreProperties>
</file>